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ANLI Round 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Natural Language Inference Classification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pipeline: EDA, Baseline, Transformer Fine-tuning, Docker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Kahan Jash  |  AI Solutions Hub  |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Natural Language Inference?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Premise: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"Idris Sultan (born January 1993) is a Tanzanian Actor and comedian."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12344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Three possible relationships: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Entailment: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"Born in Tanzania"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Neutral: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"Won multiple awards"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Contradiction: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"Born in 1990"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8046720" cy="18288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5468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ANLI is Different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ANLI (Adversarial NLI) was collected using a human-and-model-in-the-loop process. Human annotators specifically wrote hypotheses to fool RoBERTa — making Round 2 far harder than SNLI or MNLI. Surface-level features like word overlap provide zero predictive signal.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— ANLI Round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train_r2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45,460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dev_r2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60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Length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5603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words avg (33-76)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80467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992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Length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9992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words avg (3-65)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38144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381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Length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4381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avg, max 153 (100% fit in 256)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877056"/>
            <a:ext cx="80467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770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(Train)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87705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46.1% | Entailment 31.8% | Contradiction 22.1%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15968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15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Overlap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431596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across labels (~0.10-0.14 Jaccard)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645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97280"/>
            <a:ext cx="16459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265176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R2 splits, analyze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distribution,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lengths, word overlap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&gt;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029968" y="1097280"/>
            <a:ext cx="1645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29968" y="1097280"/>
            <a:ext cx="16459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21408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121408" y="265176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 tokenizer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premise [SEP]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[SEP]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max_length=256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630168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&gt;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785616" y="1097280"/>
            <a:ext cx="1645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785616" y="1097280"/>
            <a:ext cx="16459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325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77056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877056" y="265176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floor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(32.3% accuracy)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385816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&gt;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541264" y="1097280"/>
            <a:ext cx="1645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541264" y="1097280"/>
            <a:ext cx="16459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3258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32704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632704" y="265176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184M params, 3 epochs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lr=2e-5, batch=16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on T4 GPU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141464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&gt;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7296912" y="1097280"/>
            <a:ext cx="1645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296912" y="1097280"/>
            <a:ext cx="16459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2" y="132588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88352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388352" y="265176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categorization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Selection — Why DeBERTa-v3-base?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64008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Disentangled Attention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encodes content (word meaning) and position (word location), computing attention from both signals independently. Better than BERT/RoBERTa which combine them.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64008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Token Detection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with RTD instead of Masked Language Modeling. The model learns from every token (not just 15% masked), making it more sample-efficient.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63240"/>
            <a:ext cx="64008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ANLI was built to fool RoBERTa/BERT. DeBERTa's different architecture is less susceptible to the adversarial patterns in this dataset.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069080"/>
            <a:ext cx="64008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ANLI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434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DeBERTa-v3-base outperforms most large models on the ANLI benchmark. The base model (184M params) fits comfortably on a T4 GPU.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Configuration &amp; Progress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microsoft/deberta-v3-base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8013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184,424,451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93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0939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86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3865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679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679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2e-5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Steps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264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2644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557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5570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tokens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49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8496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FP32 (T4 GPU)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566160" cy="914400"/>
        </p:xfrm>
        <a:graphic>
          <a:graphicData uri="http://schemas.openxmlformats.org/drawingml/2006/table">
            <a:tbl>
              <a:tblPr/>
              <a:tblGrid>
                <a:gridCol w="891540"/>
                <a:gridCol w="891540"/>
                <a:gridCol w="891540"/>
                <a:gridCol w="8915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663440" y="3383280"/>
            <a:ext cx="393192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4"/>
          <p:cNvSpPr/>
          <p:nvPr/>
        </p:nvSpPr>
        <p:spPr>
          <a:xfrm>
            <a:off x="484632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Training loss decreased steadily (1.1 → 0.7). Validation loss increased slightly after epoch 2, indicating early signs of overfitting — expected for adversarial data with limited training examples.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Baseline vs DeBERTa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0116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32.3%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005840"/>
            <a:ext cx="20116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40.5%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100584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4944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(Dev Set)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74720"/>
          <a:ext cx="768096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Entailment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Distribution (595 / 1,000 = 59.5%)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Top confusion pairs (true → predicted):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Contradiction → Entailment: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188 errors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Neutral → Entailment: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150 errors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Entailment → Neutral: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93 errors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model has a strong entailment bias — it predicts entailment for 528/1000 examples. This is driven by the training set imbalance.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Categories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554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&amp; Contradiction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fails to detect when hypothesis contradicts premise through negation or date conflicts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194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Reasoning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perform arithmetic or compare dates/numbers accurately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83464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834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Inference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when connecting facts requires 2+ reasoning steps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47472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474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Premises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from 41.5% (30-50 words) to 29.4% (70-100 words)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411480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4114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Knowledge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343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inference requires knowledge not in the premise text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840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&amp; 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anli-r2-classifier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8000:8000 anli-r2-classifier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endpoint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localhost:8000/predict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'{"premise": "...",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"hypothesis": "..."}' 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{"prediction": "entailment",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"confidence": 0.82,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"probabilities": {...}}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FastAPI + Uvicorn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POST /predict endpoint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POST /predict/batch for bulk inference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GET /health for monitoring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Swagger docs at /docs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30175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Specs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34747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Base: python:3.10-slim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Model: ~370MB safetensors checkpoint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Memory: ~4GB at runtime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Health checks every 30s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SNLI + MNLI + FEVER-NLI with ANLI R2 — models trained this way achieve ~70% accuracy on ANLI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0" y="1051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80467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DeBERTa-v3-large (304M params) for ~5-8% accuracy improvement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18013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05456"/>
            <a:ext cx="80467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51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82549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training imbalance (contradiction is underrepresented at 22%)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25511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80467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00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5753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predictions from multiple models/checkpoints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33009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80467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50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3251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tuning of learning rate, warmup, batch 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40507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ANLI R2 — NLI Classification Pipeline</dc:title>
  <dc:subject>PptxGenJS Presentation</dc:subject>
  <dc:creator>Kahan Jash</dc:creator>
  <cp:lastModifiedBy>Kahan Jash</cp:lastModifiedBy>
  <cp:revision>1</cp:revision>
  <dcterms:created xsi:type="dcterms:W3CDTF">2026-04-12T19:03:58Z</dcterms:created>
  <dcterms:modified xsi:type="dcterms:W3CDTF">2026-04-12T19:03:58Z</dcterms:modified>
</cp:coreProperties>
</file>